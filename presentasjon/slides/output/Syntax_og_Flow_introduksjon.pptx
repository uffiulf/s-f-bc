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HØGSKOLEN I ØSTFOLD  |  STUDENTDREVET INITIATIV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Syntax &amp; Flow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bro fra studier til arbeidsliv for studenter ved HiØ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09728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Tverrfaglige team i IT, design og økonomi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ØKONOMI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Reelle prosjekter for lokalt næringsliv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Finansiert via Lånekassen - gratis for studenter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Presentasjon  |  Juni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ting vi skal snakke 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7315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914400" cy="914400"/>
          </a:xfrm>
          <a:prstGeom prst="rect">
            <a:avLst>
              <a:gd name="adj" fmla="val 8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er Syntax &amp; Flow?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om organisasjonen, hvem som står bak, og hvorfor den finnes.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914400" cy="914400"/>
          </a:xfrm>
          <a:prstGeom prst="rect">
            <a:avLst>
              <a:gd name="adj" fmla="val 8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3736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Erfaringsgapet for nyutdannede - og hva lokalt næringsliv trenger.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914400" cy="914400"/>
          </a:xfrm>
          <a:prstGeom prst="rect">
            <a:avLst>
              <a:gd name="adj" fmla="val 8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3736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Løsningen og forretningsmodellen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4434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studentene får erfaring, mens bedriftene får hjelp - helt gratis.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0" cy="1645920"/>
          </a:xfrm>
          <a:prstGeom prst="line">
            <a:avLst/>
          </a:prstGeom>
          <a:noFill/>
          <a:ln w="25400">
            <a:solidFill>
              <a:srgbClr val="F7F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1554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er Syntax &amp; Flow?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studentdrevet konsulenthus in-house ved HiØ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bro mellom utdanning og arbeidsliv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Flow er et selvstendig organ in-house ved HiØ. Studenter i IT, design og økonomi jobber i tverrfaglige team på reelle oppdrag for lokalt næringsliv - veiledet av erfarne mentorer.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Hvem er det for?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Nyutdannede bachelor- og masterstudenter ved HiØ som vil ha reell prosjekterfaring før de går ut i jobb.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37744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leverer de?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Nettsider, visuell profil, markedsanalyse, forretningsutvikling - alt fra enkle til mer sammensatte prosjekter.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37744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Hvorfor er det annerledes?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Studentene får betalt via Lånekassen, bedriftene får hjelp gratis. Ingen i oppdraget trenger å ta økonomisk risiko.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0" cy="1645920"/>
          </a:xfrm>
          <a:prstGeom prst="line">
            <a:avLst/>
          </a:prstGeom>
          <a:noFill/>
          <a:ln w="25400">
            <a:solidFill>
              <a:srgbClr val="F7F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1554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Erfaringsgapet når verden sier "vi vil ha erfaring"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Erfaringsgapet skaper en ond sirkel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Arbeidsgivere vil ha erfaring. Nyutdannede får ikke erfaring uten å bli ansatt. Og lokale småbedrifter har ikke budsjett til å hyre inn hjelp.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1828800"/>
          </a:xfrm>
          <a:prstGeom prst="rect">
            <a:avLst>
              <a:gd name="adj" fmla="val 5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1-3 år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arbeidsgivere ønsker, selv for "junior"-stillinger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51760" cy="1828800"/>
          </a:xfrm>
          <a:prstGeom prst="rect">
            <a:avLst>
              <a:gd name="adj" fmla="val 5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1200-2000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 /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vanlig timepris hos kommersielle konsulentbyråer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51760" cy="1828800"/>
          </a:xfrm>
          <a:prstGeom prst="rect">
            <a:avLst>
              <a:gd name="adj" fmla="val 5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6364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test-arbeidsforhold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bedriftene før de tar den økonomiske sjansen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Business Case - Syntax &amp; Flow (2026)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0" cy="1645920"/>
          </a:xfrm>
          <a:prstGeom prst="line">
            <a:avLst/>
          </a:prstGeom>
          <a:noFill/>
          <a:ln w="25400">
            <a:solidFill>
              <a:srgbClr val="F7F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1554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Løsningen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tredjepart som løser begge parter trygt 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Slik fungerer forretningsmodellen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parter. Tre gevinster. Ingen kontant betaling fra kundene.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Får erfaring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Reelle prosjekter via emnet ITD35014 Bedriftspraksis. Finansiert av Lånekassen - helt gratis for studenten.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2788920"/>
            <a:ext cx="411480" cy="411480"/>
          </a:xfrm>
          <a:prstGeom prst="rightArrow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3246120"/>
            <a:ext cx="411480" cy="411480"/>
          </a:xfrm>
          <a:prstGeom prst="leftArrow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20240"/>
            <a:ext cx="1828800" cy="2103120"/>
          </a:xfrm>
          <a:prstGeom prst="rect">
            <a:avLst>
              <a:gd name="adj" fmla="val 5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Tverrfaglige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Veiledet av mentorer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2788920"/>
            <a:ext cx="411480" cy="411480"/>
          </a:xfrm>
          <a:prstGeom prst="rightArrow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3246120"/>
            <a:ext cx="411480" cy="411480"/>
          </a:xfrm>
          <a:prstGeom prst="leftArrow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920240"/>
            <a:ext cx="246888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NÆRINGSLIV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Får hjelp gratis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småbedrifter og ideelle får tilgang på studentkompetanse - uten økonomisk risiko.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Vinneren er også HiØ: flere studenter i relevant arbeid - høyere kandidatproduksjon og sterkt omdømme.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Hvordan er dette finansiert?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Tjenestene er gratis for kundene. Studentene mottar støtte via Lånekassen. Driften finansieres gjennom offentlige tilskudd.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Lånekassen-støtte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Gjennom emnet ITD35014 (10 stp) i bachelorløpet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2862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kr - gratis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Kompensasjon i form av tid og tilgjengelighet som kunde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Budsjett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31720" y="3502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120 000 - 310 000 kr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 år - dekkes av innovasjonsmidler, SIVA, sponsorer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Gevinst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3172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Statlig resultatfinansiering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Flere studenter fullfører graden og går raskere ut i jobb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slags oppdrag løser teamene?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Tverrfaglige team betyr at IT, design og økonomi samarbeider i samme prosjekt.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651760"/>
          </a:xfrm>
          <a:prstGeom prst="rect">
            <a:avLst>
              <a:gd name="adj" fmla="val 344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5176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 identitet og logo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UI/UX-design og prototyper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Brukervennlighetstester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51760" cy="2651760"/>
          </a:xfrm>
          <a:prstGeom prst="rect">
            <a:avLst>
              <a:gd name="adj" fmla="val 344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83080"/>
            <a:ext cx="265176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&amp; utvikling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Enkle nettsider og landingssider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Prototyper (MVP)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Implementering av CRM og digitale verktøy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51760" cy="2651760"/>
          </a:xfrm>
          <a:prstGeom prst="rect">
            <a:avLst>
              <a:gd name="adj" fmla="val 344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783080"/>
            <a:ext cx="265176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ØKONOMI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Økonomi &amp; analyse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Kartlegging av forretningsmodell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Markedsanalyse og konkurrentvurdering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Effektiviseringsplaner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Hvorfor dette virker for alle parter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må betale for å få noe - alle får noe de trenger.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STUDENTENE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Reell erfaring og portefolje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får dokumenterte prosjekter de kan vise til - i stedet for å søke jobb med blank CV.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8046720" cy="0"/>
          </a:xfrm>
          <a:prstGeom prst="line">
            <a:avLst/>
          </a:prstGeom>
          <a:noFill/>
          <a:ln w="635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BEDRIFTER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Kompetanse uten økonomisk risiko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får hjelp til nettside, design eller analyse - og en test-run på potensielle fremtidige ansatte.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635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HØGSKOLEN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Sterkere omdømme og resultater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Flere studenter fullfører, får jobb raskere, og høyskolen blir kjent for å ta samfunnsansvar.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8046720" cy="0"/>
          </a:xfrm>
          <a:prstGeom prst="line">
            <a:avLst/>
          </a:prstGeom>
          <a:noFill/>
          <a:ln w="635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enkel idé.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studentene få erfaring - og la lokale bedrifter få hjelp.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09728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HOVEDPUNKTER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Studentene får reell erfaring - betalt via Lånekassen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bedrifter får kompetanse helt gratis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HiØ styrker omdømme og kandidatproduksjon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&amp; Flow - introduksjon</dc:title>
  <dc:subject>PptxGenJS Presentation</dc:subject>
  <dc:creator>Syntax &amp; Flow</dc:creator>
  <cp:lastModifiedBy>Syntax &amp; Flow</cp:lastModifiedBy>
  <cp:revision>1</cp:revision>
  <dcterms:created xsi:type="dcterms:W3CDTF">2026-06-24T18:43:25Z</dcterms:created>
  <dcterms:modified xsi:type="dcterms:W3CDTF">2026-06-24T18:43:25Z</dcterms:modified>
</cp:coreProperties>
</file>